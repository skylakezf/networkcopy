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521" r:id="rId3"/>
  </p:sldIdLst>
  <p:sldSz cx="9144000" cy="5143500" type="screen16x9"/>
  <p:notesSz cx="9926320" cy="6797675"/>
  <p:custDataLst>
    <p:tags r:id="rId10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0" userDrawn="1">
          <p15:clr>
            <a:srgbClr val="A4A3A4"/>
          </p15:clr>
        </p15:guide>
        <p15:guide id="2" orient="horz" pos="1619" userDrawn="1">
          <p15:clr>
            <a:srgbClr val="A4A3A4"/>
          </p15:clr>
        </p15:guide>
        <p15:guide id="3" pos="3805" userDrawn="1">
          <p15:clr>
            <a:srgbClr val="A4A3A4"/>
          </p15:clr>
        </p15:guide>
        <p15:guide id="4" pos="2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ling" initials="gl" lastIdx="1" clrIdx="0"/>
  <p:cmAuthor id="2" name="Microsoft Office 用户" initials="MO用" lastIdx="1" clrIdx="1"/>
  <p:cmAuthor id="3" name="kddi" initials="k" lastIdx="8" clrIdx="2"/>
  <p:cmAuthor id="4" name="ili" initials="i" lastIdx="7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2300"/>
    <a:srgbClr val="FF0000"/>
    <a:srgbClr val="C0E5F5"/>
    <a:srgbClr val="BDD7EE"/>
    <a:srgbClr val="C2F1C8"/>
    <a:srgbClr val="F9D3D5"/>
    <a:srgbClr val="E9EBF5"/>
    <a:srgbClr val="86C386"/>
    <a:srgbClr val="3AAECE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5" autoAdjust="0"/>
    <p:restoredTop sz="95005" autoAdjust="0"/>
  </p:normalViewPr>
  <p:slideViewPr>
    <p:cSldViewPr snapToGrid="0" showGuides="1">
      <p:cViewPr varScale="1">
        <p:scale>
          <a:sx n="113" d="100"/>
          <a:sy n="113" d="100"/>
        </p:scale>
        <p:origin x="706" y="86"/>
      </p:cViewPr>
      <p:guideLst>
        <p:guide orient="horz" pos="2110"/>
        <p:guide orient="horz" pos="1619"/>
        <p:guide pos="3805"/>
        <p:guide pos="2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35FF8-5CC1-49C4-AACA-F9C773DCAC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55B1F3-261E-4C15-8224-80991F8DB1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EEF5B-32A3-4E14-8ABA-FB41335C9D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12F43-B86C-43F2-997C-E9168DCEB8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FC98-8E8F-48AA-A45F-D306B73A5F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5D84-6A7E-4F8F-B7C8-A187D9F953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376" y="131910"/>
            <a:ext cx="1490896" cy="205468"/>
          </a:xfrm>
          <a:prstGeom prst="rect">
            <a:avLst/>
          </a:prstGeom>
        </p:spPr>
      </p:pic>
      <p:cxnSp>
        <p:nvCxnSpPr>
          <p:cNvPr id="43" name="直接连接符 42"/>
          <p:cNvCxnSpPr/>
          <p:nvPr userDrawn="1"/>
        </p:nvCxnSpPr>
        <p:spPr>
          <a:xfrm>
            <a:off x="152401" y="447675"/>
            <a:ext cx="8910871" cy="0"/>
          </a:xfrm>
          <a:prstGeom prst="line">
            <a:avLst/>
          </a:prstGeom>
          <a:ln w="57150">
            <a:solidFill>
              <a:srgbClr val="E10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152401" y="5033963"/>
            <a:ext cx="8910871" cy="0"/>
          </a:xfrm>
          <a:prstGeom prst="line">
            <a:avLst/>
          </a:prstGeom>
          <a:ln w="57150">
            <a:solidFill>
              <a:srgbClr val="E10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0b82fc6a-1532-4aee-ab75-985fce781d81"/>
  <p:tag name="COMMONDATA" val="eyJoZGlkIjoiZjg2M2E4YmM1MmRkMzAwNjAwM2Q0NzgxYjRkZjQ5N2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/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l">
          <a:defRPr sz="1200">
            <a:solidFill>
              <a:schemeClr val="accent6">
                <a:lumMod val="7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全屏显示(16:9)</PresentationFormat>
  <Paragraphs>0</Paragraphs>
  <Slides>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Calibri Light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Xinyi</dc:creator>
  <cp:lastModifiedBy>SkyLake</cp:lastModifiedBy>
  <cp:revision>11</cp:revision>
  <cp:lastPrinted>2023-06-26T02:50:00Z</cp:lastPrinted>
  <dcterms:created xsi:type="dcterms:W3CDTF">2023-06-08T04:38:00Z</dcterms:created>
  <dcterms:modified xsi:type="dcterms:W3CDTF">2026-08-06T16:33:46Z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2052-12.1.0.26391</vt:lpwstr>
  </property>
</Properties>
</file>