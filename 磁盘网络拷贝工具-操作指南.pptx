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9185460E-98F7-4FC8-B29A-2707F29AD4B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CCBDAA48-11E3-4CF2-ADCA-11E5F1A2345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</p:spPr>
        <p:txBody>
          <a:bodyPr lIns="68580" tIns="34290" rIns="68580" bIns="34290"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9185460E-98F7-4FC8-B29A-2707F29AD4B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CCBDAA48-11E3-4CF2-ADCA-11E5F1A234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9185460E-98F7-4FC8-B29A-2707F29AD4B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CCBDAA48-11E3-4CF2-ADCA-11E5F1A234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</p:spPr>
        <p:txBody>
          <a:bodyPr lIns="68580" tIns="34290" rIns="68580" bIns="34290"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</p:spPr>
        <p:txBody>
          <a:bodyPr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lIns="68580" tIns="34290" rIns="68580" bIns="34290"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9185460E-98F7-4FC8-B29A-2707F29AD4B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CCBDAA48-11E3-4CF2-ADCA-11E5F1A234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9185460E-98F7-4FC8-B29A-2707F29AD4B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CCBDAA48-11E3-4CF2-ADCA-11E5F1A234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9185460E-98F7-4FC8-B29A-2707F29AD4B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CCBDAA48-11E3-4CF2-ADCA-11E5F1A234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lIns="68580" tIns="34290" rIns="68580" bIns="34290"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 lIns="68580" tIns="34290" rIns="68580" bIns="34290"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9185460E-98F7-4FC8-B29A-2707F29AD4B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CCBDAA48-11E3-4CF2-ADCA-11E5F1A234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lIns="68580" tIns="34290" rIns="68580" bIns="34290"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 lIns="68580" tIns="34290" rIns="68580" bIns="34290"/>
          <a:lstStyle>
            <a:lvl1pPr marL="0" indent="0">
              <a:buNone/>
              <a:defRPr sz="1200"/>
            </a:lvl1pPr>
            <a:lvl2pPr marL="342900" indent="0">
              <a:buNone/>
              <a:defRPr sz="1100"/>
            </a:lvl2pPr>
            <a:lvl3pPr marL="685800" indent="0">
              <a:buNone/>
              <a:defRPr sz="900"/>
            </a:lvl3pPr>
            <a:lvl4pPr marL="1028700" indent="0">
              <a:buNone/>
              <a:defRPr sz="800"/>
            </a:lvl4pPr>
            <a:lvl5pPr marL="1371600" indent="0">
              <a:buNone/>
              <a:defRPr sz="800"/>
            </a:lvl5pPr>
            <a:lvl6pPr marL="1714500" indent="0">
              <a:buNone/>
              <a:defRPr sz="800"/>
            </a:lvl6pPr>
            <a:lvl7pPr marL="2057400" indent="0">
              <a:buNone/>
              <a:defRPr sz="800"/>
            </a:lvl7pPr>
            <a:lvl8pPr marL="2400300" indent="0">
              <a:buNone/>
              <a:defRPr sz="800"/>
            </a:lvl8pPr>
            <a:lvl9pPr marL="2743200" indent="0"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9185460E-98F7-4FC8-B29A-2707F29AD4B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CCBDAA48-11E3-4CF2-ADCA-11E5F1A234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9185460E-98F7-4FC8-B29A-2707F29AD4B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CCBDAA48-11E3-4CF2-ADCA-11E5F1A234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  <a:prstGeom prst="rect">
            <a:avLst/>
          </a:prstGeom>
        </p:spPr>
        <p:txBody>
          <a:bodyPr vert="eaVert" lIns="68580" tIns="34290" rIns="68580" bIns="3429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  <a:prstGeom prst="rect">
            <a:avLst/>
          </a:prstGeom>
        </p:spPr>
        <p:txBody>
          <a:bodyPr vert="eaVert" lIns="68580" tIns="34290" rIns="68580" bIns="3429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9185460E-98F7-4FC8-B29A-2707F29AD4B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lIns="68580" tIns="34290" rIns="68580" bIns="34290"/>
          <a:lstStyle/>
          <a:p>
            <a:fld id="{CCBDAA48-11E3-4CF2-ADCA-11E5F1A234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3FC98-8E8F-48AA-A45F-D306B73A5F1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15D84-6A7E-4F8F-B7C8-A187D9F953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2376" y="131910"/>
            <a:ext cx="1490896" cy="205468"/>
          </a:xfrm>
          <a:prstGeom prst="rect">
            <a:avLst/>
          </a:prstGeom>
        </p:spPr>
      </p:pic>
      <p:cxnSp>
        <p:nvCxnSpPr>
          <p:cNvPr id="43" name="直接连接符 42"/>
          <p:cNvCxnSpPr/>
          <p:nvPr userDrawn="1"/>
        </p:nvCxnSpPr>
        <p:spPr>
          <a:xfrm>
            <a:off x="152401" y="447675"/>
            <a:ext cx="8910871" cy="0"/>
          </a:xfrm>
          <a:prstGeom prst="line">
            <a:avLst/>
          </a:prstGeom>
          <a:ln w="57150">
            <a:solidFill>
              <a:srgbClr val="E109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 userDrawn="1"/>
        </p:nvCxnSpPr>
        <p:spPr>
          <a:xfrm>
            <a:off x="152401" y="5033963"/>
            <a:ext cx="8910871" cy="0"/>
          </a:xfrm>
          <a:prstGeom prst="line">
            <a:avLst/>
          </a:prstGeom>
          <a:ln w="57150">
            <a:solidFill>
              <a:srgbClr val="E109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12191695" cy="73152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801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磁盘拷贝工具 · 操作指南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58368" y="2423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DB4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旧电脑 → 网线 → 新电脑，手把手教你把数据搬过去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58368" y="320040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CF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本指南用真实软件界面截图，红框标出“点哪里、干什么”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CF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请按你的电脑角色阅读：旧电脑看「发送端」，新电脑看「接收端」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 步：先选你的角色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9768" y="53035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3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打开软件后第一件事——告诉软件你是哪台电脑</a:t>
            </a:r>
            <a:endParaRPr lang="en-US" sz="1200" dirty="0"/>
          </a:p>
        </p:txBody>
      </p:sp>
      <p:pic>
        <p:nvPicPr>
          <p:cNvPr id="5" name="Image 0" descr="C:\Users\Xinyi\Desktop\网络拷贝\NetworkzCopy\ppt_build\annotated\01_ro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24128"/>
            <a:ext cx="8869680" cy="47731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281160" y="1024128"/>
            <a:ext cx="2697480" cy="4773168"/>
          </a:xfrm>
          <a:prstGeom prst="roundRect">
            <a:avLst>
              <a:gd name="adj" fmla="val 2712"/>
            </a:avLst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390888" y="1143000"/>
            <a:ext cx="2478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96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这一步你要做：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409176" y="1508760"/>
            <a:ext cx="2441448" cy="4224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旧电脑（有数据的）= 点「选择发送方」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新电脑（要收数据的）= 点「选择接收方」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选错角色会传反，先确认再点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选完自动进入下一步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2196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3291840" y="2194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发送端操作（旧电脑）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310128" y="3200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2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你是旧电脑：按这 4 步把数据发出去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发送端 · 第 1 步：选网卡 + 导出配置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9768" y="53035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3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软件已自动识别网卡，一般不用改</a:t>
            </a:r>
            <a:endParaRPr lang="en-US" sz="1200" dirty="0"/>
          </a:p>
        </p:txBody>
      </p:sp>
      <p:pic>
        <p:nvPicPr>
          <p:cNvPr id="5" name="Image 0" descr="C:\Users\Xinyi\Desktop\网络拷贝\NetworkzCopy\ppt_build\annotated\02_src_step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24128"/>
            <a:ext cx="8869680" cy="47731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281160" y="1024128"/>
            <a:ext cx="2697480" cy="4773168"/>
          </a:xfrm>
          <a:prstGeom prst="roundRect">
            <a:avLst>
              <a:gd name="adj" fmla="val 2712"/>
            </a:avLst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390888" y="1143000"/>
            <a:ext cx="2478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96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这一步你要做：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409176" y="1508760"/>
            <a:ext cx="2441448" cy="4224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网卡已自动选好，直接点「下一步」即可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想顺带搬设置：点「导出系统配置」(收藏夹/Outlook/打印机等)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导出的配置会随 F 盘一起传到新电脑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导出是可选，不导也不影响传文件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发送端 · 第 2 步：确认要传的磁盘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9768" y="53035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3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软件已认出旧电脑的硬盘，确认一下</a:t>
            </a:r>
            <a:endParaRPr lang="en-US" sz="1200" dirty="0"/>
          </a:p>
        </p:txBody>
      </p:sp>
      <p:pic>
        <p:nvPicPr>
          <p:cNvPr id="5" name="Image 0" descr="C:\Users\Xinyi\Desktop\网络拷贝\NetworkzCopy\ppt_build\annotated\03_src_step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24128"/>
            <a:ext cx="8869680" cy="47731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281160" y="1024128"/>
            <a:ext cx="2697480" cy="4773168"/>
          </a:xfrm>
          <a:prstGeom prst="roundRect">
            <a:avLst>
              <a:gd name="adj" fmla="val 2712"/>
            </a:avLst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390888" y="1143000"/>
            <a:ext cx="2478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96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这一步你要做：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409176" y="1508760"/>
            <a:ext cx="2441448" cy="4224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列表里是你旧电脑的磁盘，确认无误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如需精确对应盘符，可勾「分区盘符映射」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运行环境一般选「正常系统」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确认后点「下一步」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发送端 · 第 3 步：记下验证码，点开始传输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9768" y="53035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3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这是最关键的一步，验证码要告诉新电脑</a:t>
            </a:r>
            <a:endParaRPr lang="en-US" sz="1200" dirty="0"/>
          </a:p>
        </p:txBody>
      </p:sp>
      <p:pic>
        <p:nvPicPr>
          <p:cNvPr id="5" name="Image 0" descr="C:\Users\Xinyi\Desktop\网络拷贝\NetworkzCopy\ppt_build\annotated\04_src_step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24128"/>
            <a:ext cx="8869680" cy="47731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281160" y="1024128"/>
            <a:ext cx="2697480" cy="4773168"/>
          </a:xfrm>
          <a:prstGeom prst="roundRect">
            <a:avLst>
              <a:gd name="adj" fmla="val 2712"/>
            </a:avLst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390888" y="1143000"/>
            <a:ext cx="2478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96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这一步你要做：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409176" y="1508760"/>
            <a:ext cx="2441448" cy="4224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屏幕上会显示一个 4 位验证码（如 A7K2）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把这个验证码读给 / 发给新电脑那一侧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传输前先关掉所有打开的文档和程序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点「开始传输」开始发送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发送端 · 第 4 步：传输中（耐心等）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9768" y="53035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3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发送开始后你基本不用动手</a:t>
            </a:r>
            <a:endParaRPr lang="en-US" sz="1200" dirty="0"/>
          </a:p>
        </p:txBody>
      </p:sp>
      <p:pic>
        <p:nvPicPr>
          <p:cNvPr id="5" name="Image 0" descr="C:\Users\Xinyi\Desktop\网络拷贝\NetworkzCopy\ppt_build\annotated\09_src_step4_transf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24128"/>
            <a:ext cx="8869680" cy="47731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281160" y="1024128"/>
            <a:ext cx="2697480" cy="4773168"/>
          </a:xfrm>
          <a:prstGeom prst="roundRect">
            <a:avLst>
              <a:gd name="adj" fmla="val 2712"/>
            </a:avLst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390888" y="1143000"/>
            <a:ext cx="2478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96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这一步你要做：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409176" y="1508760"/>
            <a:ext cx="2441448" cy="4224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看进度条走到 100% 即完成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下方日志显示正在传哪个文件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传输中不要关闭本窗口、不要拔网线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传完会自动进入「校验」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2196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3291840" y="2194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接收端操作（新电脑）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310128" y="3200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2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你是新电脑：按这 5 步把数据收进来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接收端 · 第 1 步：点下一步，先连网线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9768" y="53035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3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两台电脑要用网线连起来</a:t>
            </a:r>
            <a:endParaRPr lang="en-US" sz="1200" dirty="0"/>
          </a:p>
        </p:txBody>
      </p:sp>
      <p:pic>
        <p:nvPicPr>
          <p:cNvPr id="5" name="Image 0" descr="C:\Users\Xinyi\Desktop\网络拷贝\NetworkzCopy\ppt_build\annotated\05_tgt_step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24128"/>
            <a:ext cx="8869680" cy="47731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281160" y="1024128"/>
            <a:ext cx="2697480" cy="4773168"/>
          </a:xfrm>
          <a:prstGeom prst="roundRect">
            <a:avLst>
              <a:gd name="adj" fmla="val 2712"/>
            </a:avLst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390888" y="1143000"/>
            <a:ext cx="2478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96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这一步你要做：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409176" y="1508760"/>
            <a:ext cx="2441448" cy="4224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先点「下一步」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用一根网线把两台电脑的网口直连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连上后软件会显示发现了旧电脑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没连网线会一直“等待响应”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接收端 · 第 2 步：确认目标磁盘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9768" y="53035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3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确认数据要存到新电脑的哪块盘</a:t>
            </a:r>
            <a:endParaRPr lang="en-US" sz="1200" dirty="0"/>
          </a:p>
        </p:txBody>
      </p:sp>
      <p:pic>
        <p:nvPicPr>
          <p:cNvPr id="5" name="Image 0" descr="C:\Users\Xinyi\Desktop\网络拷贝\NetworkzCopy\ppt_build\annotated\06_tgt_step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24128"/>
            <a:ext cx="8869680" cy="47731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281160" y="1024128"/>
            <a:ext cx="2697480" cy="4773168"/>
          </a:xfrm>
          <a:prstGeom prst="roundRect">
            <a:avLst>
              <a:gd name="adj" fmla="val 2712"/>
            </a:avLst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390888" y="1143000"/>
            <a:ext cx="2478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96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这一步你要做：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409176" y="1508760"/>
            <a:ext cx="2441448" cy="4224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列表里是新电脑的磁盘，确认是空的/打算覆盖的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同样可勾「分区盘符映射」精确对应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运行环境选「正常系统」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确认后点「下一步」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接收端 · 第 3 步：输入验证码，点开始传输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9768" y="53035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3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把旧电脑上的验证码填进来</a:t>
            </a:r>
            <a:endParaRPr lang="en-US" sz="1200" dirty="0"/>
          </a:p>
        </p:txBody>
      </p:sp>
      <p:pic>
        <p:nvPicPr>
          <p:cNvPr id="5" name="Image 0" descr="C:\Users\Xinyi\Desktop\网络拷贝\NetworkzCopy\ppt_build\annotated\07_tgt_step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24128"/>
            <a:ext cx="8869680" cy="47731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281160" y="1024128"/>
            <a:ext cx="2697480" cy="4773168"/>
          </a:xfrm>
          <a:prstGeom prst="roundRect">
            <a:avLst>
              <a:gd name="adj" fmla="val 2712"/>
            </a:avLst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390888" y="1143000"/>
            <a:ext cx="2478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96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这一步你要做：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409176" y="1508760"/>
            <a:ext cx="2441448" cy="4224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问旧电脑那侧要 4 位验证码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在输入框里输入（如 A7K2）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点「开始传输」开始接收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此后不用动手，自动接收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接收端 · 第 4 步：传输完成，确认配置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9768" y="53035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3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文件传完后，软件会问要不要导入旧电脑的设置</a:t>
            </a:r>
            <a:endParaRPr lang="en-US" sz="1200" dirty="0"/>
          </a:p>
        </p:txBody>
      </p:sp>
      <p:pic>
        <p:nvPicPr>
          <p:cNvPr id="5" name="Image 0" descr="C:\Users\Xinyi\Desktop\网络拷贝\NetworkzCopy\ppt_build\annotated\10_tgt_step4_do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24128"/>
            <a:ext cx="8869680" cy="47731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281160" y="1024128"/>
            <a:ext cx="2697480" cy="4773168"/>
          </a:xfrm>
          <a:prstGeom prst="roundRect">
            <a:avLst>
              <a:gd name="adj" fmla="val 2712"/>
            </a:avLst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390888" y="1143000"/>
            <a:ext cx="2478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96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这一步你要做：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409176" y="1508760"/>
            <a:ext cx="2441448" cy="4224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若旧电脑导出了配置：点「使用配置」自动导入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不想导入：点「跳过」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导入内容=收藏夹/Outlook 规则/打印机/输入法等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点完自动进入「校验」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接收端 · 第 5 步：手动导入配置（可选）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9768" y="53035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3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如果停在导入页，可手动选配置文件夹</a:t>
            </a:r>
            <a:endParaRPr lang="en-US" sz="1200" dirty="0"/>
          </a:p>
        </p:txBody>
      </p:sp>
      <p:pic>
        <p:nvPicPr>
          <p:cNvPr id="5" name="Image 0" descr="C:\Users\Xinyi\Desktop\网络拷贝\NetworkzCopy\ppt_build\annotated\08_tgt_step5_impo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24128"/>
            <a:ext cx="8869680" cy="47731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281160" y="1024128"/>
            <a:ext cx="2697480" cy="4773168"/>
          </a:xfrm>
          <a:prstGeom prst="roundRect">
            <a:avLst>
              <a:gd name="adj" fmla="val 2712"/>
            </a:avLst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390888" y="1143000"/>
            <a:ext cx="2478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96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这一步你要做：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409176" y="1508760"/>
            <a:ext cx="2441448" cy="4224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点「导入配置」开始导入旧电脑设置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点「浏览」选 U 盘里的 F:\Appl\日期 文件夹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没导出过配置就点「跳过」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导入完点「校验文件」继续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接收端 · 第 6 步：开始校验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9768" y="53035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3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校验确保文件一个没少、一个没坏</a:t>
            </a:r>
            <a:endParaRPr lang="en-US" sz="1200" dirty="0"/>
          </a:p>
        </p:txBody>
      </p:sp>
      <p:pic>
        <p:nvPicPr>
          <p:cNvPr id="5" name="Image 0" descr="C:\Users\Xinyi\Desktop\网络拷贝\NetworkzCopy\ppt_build\annotated\11_tgt_step6_verif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24128"/>
            <a:ext cx="8869680" cy="47731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281160" y="1024128"/>
            <a:ext cx="2697480" cy="4773168"/>
          </a:xfrm>
          <a:prstGeom prst="roundRect">
            <a:avLst>
              <a:gd name="adj" fmla="val 2712"/>
            </a:avLst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390888" y="1143000"/>
            <a:ext cx="2478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96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这一步你要做：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409176" y="1508760"/>
            <a:ext cx="2441448" cy="4224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点「开始校验」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软件逐文件比对，日志显示通过/失败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失败项会列出来，可重传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校验通过 = 拷贝成功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2196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3291840" y="2194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操作过程中要注意什么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310128" y="3200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2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这几条做错，数据可能传不全或传坏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操作注意事项（一）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9768" y="53035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3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开始前 &amp; 传输中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两台电脑用网线直连，传输中不要拔网线、不要断网</a:t>
            </a:r>
            <a:endParaRPr lang="en-US" sz="16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传输窗口不要关闭，也不要让电脑休眠/关机</a:t>
            </a:r>
            <a:endParaRPr lang="en-US" sz="16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传输前先关掉所有打开的文档和程序（Word/浏览器等）</a:t>
            </a:r>
            <a:endParaRPr lang="en-US" sz="16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验证码只在本次连接有效，过期重新点「开始传输」获取新码</a:t>
            </a:r>
            <a:endParaRPr lang="en-US" sz="16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确认角色别选反：旧电脑=发送方，新电脑=接收方</a:t>
            </a:r>
            <a:endParaRPr lang="en-US" sz="16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确认磁盘别选错：接收端选成系统盘 C 盘会覆盖系统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操作注意事项（二）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9768" y="53035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3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传完之后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校验没通过前，不要删旧电脑上的数据</a:t>
            </a:r>
            <a:endParaRPr lang="en-US" sz="16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校验报告（CSV）会存在 F:\Appl\日期，建议保留备查</a:t>
            </a:r>
            <a:endParaRPr lang="en-US" sz="16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 部分文件“跳不过去”（正被占用）属正常，详见下页</a:t>
            </a:r>
            <a:endParaRPr lang="en-US" sz="16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 导入旧电脑配置是可选步骤，跳过不影响文件拷贝</a:t>
            </a:r>
            <a:endParaRPr lang="en-US" sz="16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 若进度卡住不动：检查网线、关防火墙、重试一次</a:t>
            </a:r>
            <a:endParaRPr lang="en-US" sz="16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 不确定就别乱点“跳过”/“覆盖”，先问清楚再继续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2196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3291840" y="2194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软件不会拷贝什么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310128" y="3200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2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这些文件/文件夹软件会自动跳过，不用担心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097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软件会自动跳过的文件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29768" y="53035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3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为什么跳？垃圾 / 系统不让拷 / 拷了会坏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11274552" cy="4206240"/>
        </p:xfrm>
        <a:graphic>
          <a:graphicData uri="http://schemas.openxmlformats.org/drawingml/2006/table">
            <a:tbl>
              <a:tblPr/>
              <a:tblGrid>
                <a:gridCol w="2377440"/>
                <a:gridCol w="5303520"/>
                <a:gridCol w="3593592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类别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举例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原因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系统垃圾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$RECYCLE.BIN、System Volume Information、.tmp、~$ 开头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回收站/临时文件，没用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系统受保护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pagefile.sys、hiberfil.sys、ntuser.dat、AppData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系统运行中占用，拷不动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程序自身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Program Files、ProgramData、Windows 目录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程序要重装，直接拷不能用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他人数据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Users 下其他用户的文件夹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只搬当前登录用户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其它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WeChat Files 等缓存、损坏/无权限文件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缓存/权限不足，跳过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5778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说明：跳过是软件自动做的，你不用管；跳过的文件不影响正常使用，重要文档/照片会被正常拷贝。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12191695" cy="73152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801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照着红框点，就能完成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58368" y="2423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DB4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旧电脑发出去，新电脑收进来，校验通过就成功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58368" y="320040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CF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全程只要点按钮、填验证码，不用懂技术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CF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遇到问题：先看红框提示，再查“注意事项”页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CFE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详细文字版见同目录 note.md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9525"/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l">
          <a:defRPr sz="1200">
            <a:solidFill>
              <a:schemeClr val="accent6">
                <a:lumMod val="7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txDef>
      <a:spPr>
        <a:noFill/>
      </a:spPr>
      <a:bodyPr wrap="square" rtlCol="0">
        <a:spAutoFit/>
      </a:bodyPr>
      <a:lstStyle>
        <a:defPPr>
          <a:defRPr dirty="0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2026-08-06T17:18:33Z</dcterms:created>
  <dcterms:modified xsi:type="dcterms:W3CDTF">2026-08-06T17:18:33Z</dcterms:modified>
</cp:coreProperties>
</file>